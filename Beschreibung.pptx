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sldIdLst>
    <p:sldId id="257" r:id="rId6"/>
    <p:sldId id="260" r:id="rId7"/>
    <p:sldId id="259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0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hyanto, Gregorius (N/AS-GEM, extern)" userId="ad06ce8b-c7ba-4df0-be99-0db3f2d5bdcd" providerId="ADAL" clId="{41A144F5-6640-4B20-824F-62A01A102C94}"/>
    <pc:docChg chg="undo custSel addSld delSld modSld sldOrd">
      <pc:chgData name="Cahyanto, Gregorius (N/AS-GEM, extern)" userId="ad06ce8b-c7ba-4df0-be99-0db3f2d5bdcd" providerId="ADAL" clId="{41A144F5-6640-4B20-824F-62A01A102C94}" dt="2025-11-03T11:48:53.539" v="1196" actId="20577"/>
      <pc:docMkLst>
        <pc:docMk/>
      </pc:docMkLst>
      <pc:sldChg chg="del">
        <pc:chgData name="Cahyanto, Gregorius (N/AS-GEM, extern)" userId="ad06ce8b-c7ba-4df0-be99-0db3f2d5bdcd" providerId="ADAL" clId="{41A144F5-6640-4B20-824F-62A01A102C94}" dt="2025-10-31T08:21:47.095" v="628" actId="47"/>
        <pc:sldMkLst>
          <pc:docMk/>
          <pc:sldMk cId="3174639910" sldId="256"/>
        </pc:sldMkLst>
      </pc:sldChg>
      <pc:sldChg chg="addSp modSp mod">
        <pc:chgData name="Cahyanto, Gregorius (N/AS-GEM, extern)" userId="ad06ce8b-c7ba-4df0-be99-0db3f2d5bdcd" providerId="ADAL" clId="{41A144F5-6640-4B20-824F-62A01A102C94}" dt="2025-11-03T11:48:53.539" v="1196" actId="20577"/>
        <pc:sldMkLst>
          <pc:docMk/>
          <pc:sldMk cId="3945082878" sldId="257"/>
        </pc:sldMkLst>
      </pc:sldChg>
      <pc:sldChg chg="addSp delSp modSp new del mod">
        <pc:chgData name="Cahyanto, Gregorius (N/AS-GEM, extern)" userId="ad06ce8b-c7ba-4df0-be99-0db3f2d5bdcd" providerId="ADAL" clId="{41A144F5-6640-4B20-824F-62A01A102C94}" dt="2025-10-31T08:21:40.374" v="627" actId="47"/>
        <pc:sldMkLst>
          <pc:docMk/>
          <pc:sldMk cId="2470356550" sldId="258"/>
        </pc:sldMkLst>
      </pc:sldChg>
      <pc:sldChg chg="modSp new del mod">
        <pc:chgData name="Cahyanto, Gregorius (N/AS-GEM, extern)" userId="ad06ce8b-c7ba-4df0-be99-0db3f2d5bdcd" providerId="ADAL" clId="{41A144F5-6640-4B20-824F-62A01A102C94}" dt="2025-10-31T08:42:18.612" v="759" actId="47"/>
        <pc:sldMkLst>
          <pc:docMk/>
          <pc:sldMk cId="2651493623" sldId="258"/>
        </pc:sldMkLst>
      </pc:sldChg>
      <pc:sldChg chg="modSp new mod">
        <pc:chgData name="Cahyanto, Gregorius (N/AS-GEM, extern)" userId="ad06ce8b-c7ba-4df0-be99-0db3f2d5bdcd" providerId="ADAL" clId="{41A144F5-6640-4B20-824F-62A01A102C94}" dt="2025-10-31T08:42:43.589" v="806" actId="20577"/>
        <pc:sldMkLst>
          <pc:docMk/>
          <pc:sldMk cId="875827146" sldId="259"/>
        </pc:sldMkLst>
      </pc:sldChg>
      <pc:sldChg chg="addSp delSp modSp new mod ord">
        <pc:chgData name="Cahyanto, Gregorius (N/AS-GEM, extern)" userId="ad06ce8b-c7ba-4df0-be99-0db3f2d5bdcd" providerId="ADAL" clId="{41A144F5-6640-4B20-824F-62A01A102C94}" dt="2025-10-31T10:59:48.156" v="1146" actId="207"/>
        <pc:sldMkLst>
          <pc:docMk/>
          <pc:sldMk cId="2628267449" sldId="260"/>
        </pc:sldMkLst>
      </pc:sldChg>
    </pc:docChg>
  </pc:docChgLst>
  <pc:docChgLst>
    <pc:chgData name="Li, Baihui (N/AS-GEM)" userId="e78b1a7e-f3bb-4e65-86ca-ddea5b072b17" providerId="ADAL" clId="{9DEA4846-008C-4307-A8D8-A820A0B10C38}"/>
    <pc:docChg chg="undo custSel modSld">
      <pc:chgData name="Li, Baihui (N/AS-GEM)" userId="e78b1a7e-f3bb-4e65-86ca-ddea5b072b17" providerId="ADAL" clId="{9DEA4846-008C-4307-A8D8-A820A0B10C38}" dt="2025-12-16T09:50:08.596" v="11" actId="1076"/>
      <pc:docMkLst>
        <pc:docMk/>
      </pc:docMkLst>
      <pc:sldChg chg="modSp mod">
        <pc:chgData name="Li, Baihui (N/AS-GEM)" userId="e78b1a7e-f3bb-4e65-86ca-ddea5b072b17" providerId="ADAL" clId="{9DEA4846-008C-4307-A8D8-A820A0B10C38}" dt="2025-12-16T09:50:08.596" v="11" actId="1076"/>
        <pc:sldMkLst>
          <pc:docMk/>
          <pc:sldMk cId="3945082878" sldId="257"/>
        </pc:sldMkLst>
        <pc:spChg chg="mod">
          <ac:chgData name="Li, Baihui (N/AS-GEM)" userId="e78b1a7e-f3bb-4e65-86ca-ddea5b072b17" providerId="ADAL" clId="{9DEA4846-008C-4307-A8D8-A820A0B10C38}" dt="2025-12-16T09:50:08.084" v="10" actId="1076"/>
          <ac:spMkLst>
            <pc:docMk/>
            <pc:sldMk cId="3945082878" sldId="257"/>
            <ac:spMk id="11" creationId="{E6D5BC59-D872-21EB-174A-CA136AF5DA20}"/>
          </ac:spMkLst>
        </pc:spChg>
        <pc:spChg chg="mod">
          <ac:chgData name="Li, Baihui (N/AS-GEM)" userId="e78b1a7e-f3bb-4e65-86ca-ddea5b072b17" providerId="ADAL" clId="{9DEA4846-008C-4307-A8D8-A820A0B10C38}" dt="2025-12-16T09:50:06.920" v="6" actId="1076"/>
          <ac:spMkLst>
            <pc:docMk/>
            <pc:sldMk cId="3945082878" sldId="257"/>
            <ac:spMk id="20" creationId="{93E0B230-515B-B0A2-818D-FFCA1A6A8463}"/>
          </ac:spMkLst>
        </pc:spChg>
        <pc:cxnChg chg="mod">
          <ac:chgData name="Li, Baihui (N/AS-GEM)" userId="e78b1a7e-f3bb-4e65-86ca-ddea5b072b17" providerId="ADAL" clId="{9DEA4846-008C-4307-A8D8-A820A0B10C38}" dt="2025-12-16T09:50:08.596" v="11" actId="1076"/>
          <ac:cxnSpMkLst>
            <pc:docMk/>
            <pc:sldMk cId="3945082878" sldId="257"/>
            <ac:cxnSpMk id="3" creationId="{A424EC8C-616B-F80F-2CDB-44FF1ED7B9F8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5DC0D3-DC13-7F1A-4933-AFEAAE190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714BBD4-40DD-037A-981D-3ACB96FAB0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5A7B534-DF4F-AF52-7B4F-EB5A275B3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B671-E1FE-4A77-BF8C-88B8A50F87B9}" type="datetimeFigureOut">
              <a:rPr lang="de-DE" smtClean="0"/>
              <a:t>16.12.2025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6A485E-F981-28CC-4C1D-FD01034D3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CFB10C3-4128-011F-4040-494EFEAF6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CD0E1-7199-4B23-8C89-C448358D6B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7113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4C746A-4639-0C51-031D-2197BD3F7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30FA532-AB85-DCE0-E0BB-3803AEC8D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3DBDB8C-D7D0-7F0E-77AD-DB08BE436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B671-E1FE-4A77-BF8C-88B8A50F87B9}" type="datetimeFigureOut">
              <a:rPr lang="de-DE" smtClean="0"/>
              <a:t>16.12.2025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F7AD0D9-6894-D257-C46F-E386D27BF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34142A3-18A8-7838-D462-16858897F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CD0E1-7199-4B23-8C89-C448358D6B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3059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A53074-F8D7-2C1F-AEA1-7DBA0EC73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4BC9054-509C-AFDE-9D26-8D82317BB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6C50A79-A6E2-75AF-7366-71FB30D68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B671-E1FE-4A77-BF8C-88B8A50F87B9}" type="datetimeFigureOut">
              <a:rPr lang="de-DE" smtClean="0"/>
              <a:t>16.12.2025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C4A4DD6-C9DE-F627-07B7-A8719E231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36839AD-0A3D-C8F9-854B-2CB2BD1B7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CD0E1-7199-4B23-8C89-C448358D6B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7556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C9F619-948F-94A6-0650-8409099AD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E556AB1-0DC0-F6A2-1202-422BC40B74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99CEAA5-1777-4159-56FE-770B7919F8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71A0437-78D0-58AE-4F12-EF7328BA5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B671-E1FE-4A77-BF8C-88B8A50F87B9}" type="datetimeFigureOut">
              <a:rPr lang="de-DE" smtClean="0"/>
              <a:t>16.12.2025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B8B1E8F-9074-EB18-6C80-8BD395E40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325E8D0-9B92-3CD3-5DAC-A7FBC5B5E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CD0E1-7199-4B23-8C89-C448358D6B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2468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B0E7E3-1BA6-E6EE-2FE0-B066D22C2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E25AEF5-26C7-947A-060D-E55D045A4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60E6266-7B0A-39B5-5905-3BD8D219C4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149B342-4CE5-A222-EA87-76EC66DB22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1AD36E4-15B3-4E6E-4036-19D9DF534D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F28ED4B-4929-CBF2-A441-26E09B42F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B671-E1FE-4A77-BF8C-88B8A50F87B9}" type="datetimeFigureOut">
              <a:rPr lang="de-DE" smtClean="0"/>
              <a:t>16.12.2025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CB707C6-CB2A-97BC-ECE5-505DE5D91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DAF0828-FDC1-96FA-8B5B-1C8E6FA02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CD0E1-7199-4B23-8C89-C448358D6B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6334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5A53C7-6821-932E-15B8-FC954F89B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19BB030-14C7-B76E-A112-14D5E0E02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B671-E1FE-4A77-BF8C-88B8A50F87B9}" type="datetimeFigureOut">
              <a:rPr lang="de-DE" smtClean="0"/>
              <a:t>16.12.2025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2B373DD-652F-392F-2E55-FF560C1E7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6853741-91A4-773D-53FE-BF1DCF0D1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CD0E1-7199-4B23-8C89-C448358D6B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448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A2A2F55-973D-3684-D77B-7F5D9319C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B671-E1FE-4A77-BF8C-88B8A50F87B9}" type="datetimeFigureOut">
              <a:rPr lang="de-DE" smtClean="0"/>
              <a:t>16.12.2025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10488E0-B735-552E-B41D-95A5673FF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AE69785-AD57-D797-8E41-C4F67A931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CD0E1-7199-4B23-8C89-C448358D6B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4866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9C4353-4252-1E28-EFFD-B152D205F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11C2AD-4D66-8BA8-3D55-2751049A9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3AD1405-643D-11C5-4228-668B721C8B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6ECD245-E48C-E5A0-519D-CF1D8BC36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B671-E1FE-4A77-BF8C-88B8A50F87B9}" type="datetimeFigureOut">
              <a:rPr lang="de-DE" smtClean="0"/>
              <a:t>16.12.2025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9AC17DA-692D-AA2A-9261-E5FFC184E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FB122F9-4D6C-6F88-A6AD-747D9FBDD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CD0E1-7199-4B23-8C89-C448358D6B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3368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178262-1F2A-7B9D-1F6E-6EBF242FB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3F6FAEE-512E-019A-0E6D-302984A798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2D51065-D8A8-F70F-A98D-410B4C8B28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B874640-241B-002A-66E1-65DD7ED81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B671-E1FE-4A77-BF8C-88B8A50F87B9}" type="datetimeFigureOut">
              <a:rPr lang="de-DE" smtClean="0"/>
              <a:t>16.12.2025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74388EA-2C1E-6062-5F0A-EC8C04E22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3E10549-4D5C-AFCF-A3FB-2308E997B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CD0E1-7199-4B23-8C89-C448358D6B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4258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546BA2-9413-D897-9EE7-C59BA00E9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8019651-D5EC-7EB6-AD82-5D52DC7F1D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469581-E4D8-5DE4-B7E3-D50E250D1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B671-E1FE-4A77-BF8C-88B8A50F87B9}" type="datetimeFigureOut">
              <a:rPr lang="de-DE" smtClean="0"/>
              <a:t>16.12.2025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D155B6A-2AC0-958C-B1A6-E24DA78C3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F3CD566-2BBF-527A-C98D-E94D1BBA7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CD0E1-7199-4B23-8C89-C448358D6B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3769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01C12BA-9010-E449-E8CD-F621001196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C9AD3C6-4AC4-E53A-93E6-A8AD7A6706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93BFBC-B453-C83A-C024-50DE05D34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B671-E1FE-4A77-BF8C-88B8A50F87B9}" type="datetimeFigureOut">
              <a:rPr lang="de-DE" smtClean="0"/>
              <a:t>16.12.2025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02E4A1-623A-2D43-4DB1-AE55C62D1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EDCA6B7-25B6-5B2F-D3E4-FE282433E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CD0E1-7199-4B23-8C89-C448358D6B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7125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48BAFDD-923E-E958-14CB-918CA5BFF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8ADAC55-392E-5EC8-2657-BA5823075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0014B2-6C9F-E9C1-6EBF-02AE556920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C7B671-E1FE-4A77-BF8C-88B8A50F87B9}" type="datetimeFigureOut">
              <a:rPr lang="de-DE" smtClean="0"/>
              <a:t>16.12.2025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6A82F0C-116F-D915-2E5D-ADC95C9ECA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D43510-BD3C-EA45-E21A-59ADF17143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ECD0E1-7199-4B23-8C89-C448358D6B70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F08FF4B-D4D5-6757-9336-533AD624474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72580"/>
            <a:ext cx="531813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355937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wnload.geofabrik.de/index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ython.org/downloads/release/python-31011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93E0B230-515B-B0A2-818D-FFCA1A6A8463}"/>
              </a:ext>
            </a:extLst>
          </p:cNvPr>
          <p:cNvSpPr/>
          <p:nvPr/>
        </p:nvSpPr>
        <p:spPr>
          <a:xfrm>
            <a:off x="4035499" y="1027906"/>
            <a:ext cx="7988330" cy="5533440"/>
          </a:xfrm>
          <a:prstGeom prst="roundRect">
            <a:avLst>
              <a:gd name="adj" fmla="val 856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E0EABA60-D4E4-BCCC-B77A-75A19C805DD8}"/>
              </a:ext>
            </a:extLst>
          </p:cNvPr>
          <p:cNvSpPr/>
          <p:nvPr/>
        </p:nvSpPr>
        <p:spPr>
          <a:xfrm>
            <a:off x="236899" y="1423594"/>
            <a:ext cx="3703320" cy="3439794"/>
          </a:xfrm>
          <a:prstGeom prst="roundRect">
            <a:avLst>
              <a:gd name="adj" fmla="val 869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 dirty="0">
              <a:solidFill>
                <a:schemeClr val="tx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7FD22AD-9FE4-7F61-238D-F1D32686C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53" y="1690688"/>
            <a:ext cx="3197299" cy="2587925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2C5510B2-AEE6-974A-15F2-92882ACCA6F2}"/>
              </a:ext>
            </a:extLst>
          </p:cNvPr>
          <p:cNvSpPr txBox="1"/>
          <p:nvPr/>
        </p:nvSpPr>
        <p:spPr>
          <a:xfrm>
            <a:off x="456453" y="4278613"/>
            <a:ext cx="31972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Route definieren mit graphhopper.com/</a:t>
            </a:r>
            <a:r>
              <a:rPr lang="de-DE" sz="1200" dirty="0" err="1"/>
              <a:t>maps</a:t>
            </a:r>
            <a:r>
              <a:rPr lang="de-DE" sz="1200" dirty="0"/>
              <a:t>, anschließend GPX herunterladen</a:t>
            </a:r>
          </a:p>
          <a:p>
            <a:pPr algn="ctr"/>
            <a:r>
              <a:rPr lang="de-DE" sz="800" dirty="0"/>
              <a:t>-&gt; In den Ordner „</a:t>
            </a:r>
            <a:r>
              <a:rPr lang="de-DE" sz="800" dirty="0" err="1"/>
              <a:t>tracks</a:t>
            </a:r>
            <a:r>
              <a:rPr lang="de-DE" sz="800" dirty="0"/>
              <a:t>“ speichern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841009C5-557A-9192-0750-2D6A96AE5DDF}"/>
              </a:ext>
            </a:extLst>
          </p:cNvPr>
          <p:cNvSpPr/>
          <p:nvPr/>
        </p:nvSpPr>
        <p:spPr>
          <a:xfrm>
            <a:off x="905355" y="5008410"/>
            <a:ext cx="2363625" cy="136398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OSM-Datenbank einmalig für eine Region herunterladen</a:t>
            </a:r>
            <a:br>
              <a:rPr lang="de-DE" sz="1200" dirty="0">
                <a:solidFill>
                  <a:schemeClr val="tx1"/>
                </a:solidFill>
              </a:rPr>
            </a:br>
            <a:r>
              <a:rPr lang="de-DE" sz="1200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https://download.geofabrik.de/index.html</a:t>
            </a:r>
            <a:endParaRPr lang="de-DE" sz="1200" dirty="0">
              <a:solidFill>
                <a:schemeClr val="tx1"/>
              </a:solidFill>
            </a:endParaRPr>
          </a:p>
          <a:p>
            <a:pPr algn="ctr"/>
            <a:endParaRPr lang="de-DE" sz="1200" dirty="0">
              <a:solidFill>
                <a:schemeClr val="tx1"/>
              </a:solidFill>
            </a:endParaRPr>
          </a:p>
          <a:p>
            <a:pPr algn="ctr"/>
            <a:r>
              <a:rPr lang="de-DE" sz="800" dirty="0">
                <a:solidFill>
                  <a:schemeClr val="tx1"/>
                </a:solidFill>
              </a:rPr>
              <a:t>-&gt; In den Ordner „</a:t>
            </a:r>
            <a:r>
              <a:rPr lang="de-DE" sz="800" dirty="0" err="1">
                <a:solidFill>
                  <a:schemeClr val="tx1"/>
                </a:solidFill>
              </a:rPr>
              <a:t>database</a:t>
            </a:r>
            <a:r>
              <a:rPr lang="de-DE" sz="800" dirty="0">
                <a:solidFill>
                  <a:schemeClr val="tx1"/>
                </a:solidFill>
              </a:rPr>
              <a:t>“ speichern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CBF6290E-76C5-623D-0EFD-4AA30B0DBB6D}"/>
              </a:ext>
            </a:extLst>
          </p:cNvPr>
          <p:cNvSpPr/>
          <p:nvPr/>
        </p:nvSpPr>
        <p:spPr>
          <a:xfrm>
            <a:off x="4159773" y="5008410"/>
            <a:ext cx="1736177" cy="136398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Ggf. OSM-Datenbank einmalig als .</a:t>
            </a:r>
            <a:r>
              <a:rPr lang="de-DE" sz="1200" dirty="0" err="1">
                <a:solidFill>
                  <a:schemeClr val="tx1"/>
                </a:solidFill>
              </a:rPr>
              <a:t>fgb</a:t>
            </a:r>
            <a:r>
              <a:rPr lang="de-DE" sz="1200" dirty="0">
                <a:solidFill>
                  <a:schemeClr val="tx1"/>
                </a:solidFill>
              </a:rPr>
              <a:t> verschlanken</a:t>
            </a:r>
          </a:p>
          <a:p>
            <a:pPr algn="ctr"/>
            <a:endParaRPr lang="de-DE" sz="1200" dirty="0">
              <a:solidFill>
                <a:schemeClr val="tx1"/>
              </a:solidFill>
            </a:endParaRPr>
          </a:p>
          <a:p>
            <a:pPr algn="ctr"/>
            <a:r>
              <a:rPr lang="de-DE" sz="800" dirty="0">
                <a:solidFill>
                  <a:schemeClr val="tx1"/>
                </a:solidFill>
              </a:rPr>
              <a:t>Automatisch durchgeführt, wenn der schlanke Database nicht im Ordner „</a:t>
            </a:r>
            <a:r>
              <a:rPr lang="de-DE" sz="800" dirty="0" err="1">
                <a:solidFill>
                  <a:schemeClr val="tx1"/>
                </a:solidFill>
              </a:rPr>
              <a:t>databaseSlim</a:t>
            </a:r>
            <a:r>
              <a:rPr lang="de-DE" sz="800" dirty="0">
                <a:solidFill>
                  <a:schemeClr val="tx1"/>
                </a:solidFill>
              </a:rPr>
              <a:t>“ vorhanden ist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F217B355-3FE0-98AF-9503-5C714CA26A68}"/>
              </a:ext>
            </a:extLst>
          </p:cNvPr>
          <p:cNvSpPr/>
          <p:nvPr/>
        </p:nvSpPr>
        <p:spPr>
          <a:xfrm>
            <a:off x="6272431" y="1690688"/>
            <a:ext cx="1906425" cy="473504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Ergänzung GPX-Datei mit Infos aus OSM-Datenbank:</a:t>
            </a:r>
          </a:p>
          <a:p>
            <a:pPr algn="ctr"/>
            <a:endParaRPr lang="de-DE" sz="1200" dirty="0">
              <a:solidFill>
                <a:schemeClr val="tx1"/>
              </a:solidFill>
            </a:endParaRP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Straßenart, </a:t>
            </a: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max. Geschwindigkeit, </a:t>
            </a: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Ampel, etc.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86CC281D-AF11-8699-FC04-7814007A0E33}"/>
              </a:ext>
            </a:extLst>
          </p:cNvPr>
          <p:cNvSpPr/>
          <p:nvPr/>
        </p:nvSpPr>
        <p:spPr>
          <a:xfrm>
            <a:off x="8555337" y="1690688"/>
            <a:ext cx="3242064" cy="473504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Erstellung Geschwindigkeitsverlauf basierend auf GPS-Koordinaten und Vorgaben</a:t>
            </a:r>
          </a:p>
          <a:p>
            <a:pPr algn="ctr"/>
            <a:endParaRPr lang="de-DE" sz="1200" dirty="0">
              <a:solidFill>
                <a:schemeClr val="tx1"/>
              </a:solidFill>
            </a:endParaRP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Fahrer: PI-Regler-basiert, aber als „Fahrerprofil“ wählbar</a:t>
            </a:r>
          </a:p>
          <a:p>
            <a:pPr algn="ctr"/>
            <a:endParaRPr lang="de-DE" sz="1200" dirty="0">
              <a:solidFill>
                <a:schemeClr val="tx1"/>
              </a:solidFill>
            </a:endParaRP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Begrenzungen: </a:t>
            </a: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Max. Beschleunigung</a:t>
            </a: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Max. Ruck</a:t>
            </a: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Max. </a:t>
            </a:r>
            <a:r>
              <a:rPr lang="de-DE" sz="1200" dirty="0" err="1">
                <a:solidFill>
                  <a:schemeClr val="tx1"/>
                </a:solidFill>
              </a:rPr>
              <a:t>Kurvengesch</a:t>
            </a:r>
            <a:r>
              <a:rPr lang="de-DE" sz="1200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de-DE" sz="1200" dirty="0">
              <a:solidFill>
                <a:schemeClr val="tx1"/>
              </a:solidFill>
            </a:endParaRP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Einstellgrößen:</a:t>
            </a: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Ampelvorgänge mit Random-Zeiten</a:t>
            </a: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Überholvorgänge</a:t>
            </a: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Geschwindigkeits-“Rauschen“</a:t>
            </a: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Unterschiedliche Fahrverhalten</a:t>
            </a:r>
          </a:p>
        </p:txBody>
      </p:sp>
      <p:sp>
        <p:nvSpPr>
          <p:cNvPr id="13" name="Pfeil: nach rechts 12">
            <a:extLst>
              <a:ext uri="{FF2B5EF4-FFF2-40B4-BE49-F238E27FC236}">
                <a16:creationId xmlns:a16="http://schemas.microsoft.com/office/drawing/2014/main" id="{297F0BA6-5530-1FEE-C56D-7A91700A2C40}"/>
              </a:ext>
            </a:extLst>
          </p:cNvPr>
          <p:cNvSpPr/>
          <p:nvPr/>
        </p:nvSpPr>
        <p:spPr>
          <a:xfrm>
            <a:off x="3749032" y="2751847"/>
            <a:ext cx="2620895" cy="883920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Pfeil: nach rechts 14">
            <a:extLst>
              <a:ext uri="{FF2B5EF4-FFF2-40B4-BE49-F238E27FC236}">
                <a16:creationId xmlns:a16="http://schemas.microsoft.com/office/drawing/2014/main" id="{1F45F2A6-0D5C-DAC0-D2FF-8E43FB093CA2}"/>
              </a:ext>
            </a:extLst>
          </p:cNvPr>
          <p:cNvSpPr/>
          <p:nvPr/>
        </p:nvSpPr>
        <p:spPr>
          <a:xfrm>
            <a:off x="3172301" y="5248440"/>
            <a:ext cx="1089148" cy="883920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Pfeil: nach rechts 15">
            <a:extLst>
              <a:ext uri="{FF2B5EF4-FFF2-40B4-BE49-F238E27FC236}">
                <a16:creationId xmlns:a16="http://schemas.microsoft.com/office/drawing/2014/main" id="{93A24B74-40FF-42C1-9543-CC61A640662F}"/>
              </a:ext>
            </a:extLst>
          </p:cNvPr>
          <p:cNvSpPr/>
          <p:nvPr/>
        </p:nvSpPr>
        <p:spPr>
          <a:xfrm>
            <a:off x="5714268" y="5248440"/>
            <a:ext cx="655658" cy="883920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Pfeil: nach rechts 16">
            <a:extLst>
              <a:ext uri="{FF2B5EF4-FFF2-40B4-BE49-F238E27FC236}">
                <a16:creationId xmlns:a16="http://schemas.microsoft.com/office/drawing/2014/main" id="{3819EE2C-B129-4B67-ECB1-AB9FD70946DB}"/>
              </a:ext>
            </a:extLst>
          </p:cNvPr>
          <p:cNvSpPr/>
          <p:nvPr/>
        </p:nvSpPr>
        <p:spPr>
          <a:xfrm>
            <a:off x="8017117" y="3616249"/>
            <a:ext cx="655658" cy="883920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70911D97-146E-68EE-0655-95187896A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Pipeline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91CE085A-7595-FDDA-CB12-76A855DD1A33}"/>
              </a:ext>
            </a:extLst>
          </p:cNvPr>
          <p:cNvSpPr txBox="1"/>
          <p:nvPr/>
        </p:nvSpPr>
        <p:spPr>
          <a:xfrm>
            <a:off x="4159773" y="1154894"/>
            <a:ext cx="2909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b="1" i="1" dirty="0">
                <a:solidFill>
                  <a:schemeClr val="bg1"/>
                </a:solidFill>
              </a:rPr>
              <a:t>MATLAB</a:t>
            </a:r>
            <a:r>
              <a:rPr lang="de-DE" b="1" i="1">
                <a:solidFill>
                  <a:schemeClr val="bg1"/>
                </a:solidFill>
              </a:rPr>
              <a:t>: runPipelineV5.</a:t>
            </a:r>
            <a:r>
              <a:rPr lang="de-DE" b="1" i="1" dirty="0">
                <a:solidFill>
                  <a:schemeClr val="bg1"/>
                </a:solidFill>
              </a:rPr>
              <a:t>m</a:t>
            </a: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A424EC8C-616B-F80F-2CDB-44FF1ED7B9F8}"/>
              </a:ext>
            </a:extLst>
          </p:cNvPr>
          <p:cNvCxnSpPr>
            <a:cxnSpLocks/>
          </p:cNvCxnSpPr>
          <p:nvPr/>
        </p:nvCxnSpPr>
        <p:spPr>
          <a:xfrm flipV="1">
            <a:off x="4162184" y="4902761"/>
            <a:ext cx="1794589" cy="155293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E6D5BC59-D872-21EB-174A-CA136AF5DA20}"/>
              </a:ext>
            </a:extLst>
          </p:cNvPr>
          <p:cNvSpPr txBox="1"/>
          <p:nvPr/>
        </p:nvSpPr>
        <p:spPr>
          <a:xfrm rot="19250084">
            <a:off x="3934322" y="5573561"/>
            <a:ext cx="1658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rgbClr val="FF0000"/>
                </a:solidFill>
              </a:rPr>
              <a:t>Unzuverlässig</a:t>
            </a:r>
          </a:p>
        </p:txBody>
      </p:sp>
    </p:spTree>
    <p:extLst>
      <p:ext uri="{BB962C8B-B14F-4D97-AF65-F5344CB8AC3E}">
        <p14:creationId xmlns:p14="http://schemas.microsoft.com/office/powerpoint/2010/main" val="3945082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D42AD45A-DA40-9816-3B30-804BDD39AE0F}"/>
              </a:ext>
            </a:extLst>
          </p:cNvPr>
          <p:cNvSpPr/>
          <p:nvPr/>
        </p:nvSpPr>
        <p:spPr>
          <a:xfrm>
            <a:off x="838200" y="1358939"/>
            <a:ext cx="7453283" cy="5323569"/>
          </a:xfrm>
          <a:prstGeom prst="roundRect">
            <a:avLst>
              <a:gd name="adj" fmla="val 869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 dirty="0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1505A5C-6743-77EE-DC70-F5ED0C02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0922"/>
            <a:ext cx="10515600" cy="1325563"/>
          </a:xfrm>
        </p:spPr>
        <p:txBody>
          <a:bodyPr/>
          <a:lstStyle/>
          <a:p>
            <a:r>
              <a:rPr lang="de-DE" dirty="0"/>
              <a:t>Route benötigt zwei Datenbanken?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8E293B7-84BC-0D65-8990-6BF9A85D4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941" y="1515197"/>
            <a:ext cx="6916115" cy="4620270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6F4095F6-6ACD-5807-5C45-C484E1F7E495}"/>
              </a:ext>
            </a:extLst>
          </p:cNvPr>
          <p:cNvSpPr/>
          <p:nvPr/>
        </p:nvSpPr>
        <p:spPr>
          <a:xfrm>
            <a:off x="1256941" y="2735541"/>
            <a:ext cx="1571920" cy="4387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2F3BC2E-5A4B-1B0A-8F3E-9AE6167616E3}"/>
              </a:ext>
            </a:extLst>
          </p:cNvPr>
          <p:cNvSpPr txBox="1"/>
          <p:nvPr/>
        </p:nvSpPr>
        <p:spPr>
          <a:xfrm>
            <a:off x="1674338" y="5968559"/>
            <a:ext cx="5781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z.B. die Route geht von Baden-Württemberg nach Bayern</a:t>
            </a:r>
          </a:p>
          <a:p>
            <a:pPr algn="ctr"/>
            <a:r>
              <a:rPr lang="de-DE" dirty="0"/>
              <a:t>-&gt; Lade beide .</a:t>
            </a:r>
            <a:r>
              <a:rPr lang="de-DE" dirty="0" err="1"/>
              <a:t>osm.pbf</a:t>
            </a:r>
            <a:r>
              <a:rPr lang="de-DE" dirty="0"/>
              <a:t>-Dateien herunter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7C5D75AB-E4C3-5461-A3E8-C8DA9ABEF59C}"/>
              </a:ext>
            </a:extLst>
          </p:cNvPr>
          <p:cNvSpPr/>
          <p:nvPr/>
        </p:nvSpPr>
        <p:spPr>
          <a:xfrm>
            <a:off x="9069445" y="3604482"/>
            <a:ext cx="1736177" cy="985991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chemeClr val="bg1"/>
                </a:solidFill>
              </a:rPr>
              <a:t>merge_pbf.m</a:t>
            </a:r>
            <a:br>
              <a:rPr lang="de-DE" sz="1400" dirty="0">
                <a:solidFill>
                  <a:schemeClr val="bg1"/>
                </a:solidFill>
              </a:rPr>
            </a:br>
            <a:r>
              <a:rPr lang="de-DE" sz="1400" dirty="0">
                <a:solidFill>
                  <a:schemeClr val="bg1"/>
                </a:solidFill>
              </a:rPr>
              <a:t>ausführen</a:t>
            </a:r>
            <a:endParaRPr lang="de-DE" sz="900" dirty="0">
              <a:solidFill>
                <a:schemeClr val="bg1"/>
              </a:solidFill>
            </a:endParaRPr>
          </a:p>
        </p:txBody>
      </p:sp>
      <p:sp>
        <p:nvSpPr>
          <p:cNvPr id="9" name="Pfeil: nach rechts 8">
            <a:extLst>
              <a:ext uri="{FF2B5EF4-FFF2-40B4-BE49-F238E27FC236}">
                <a16:creationId xmlns:a16="http://schemas.microsoft.com/office/drawing/2014/main" id="{191A96A9-96D4-2BC5-92EA-1959E4A1FE93}"/>
              </a:ext>
            </a:extLst>
          </p:cNvPr>
          <p:cNvSpPr/>
          <p:nvPr/>
        </p:nvSpPr>
        <p:spPr>
          <a:xfrm>
            <a:off x="8173055" y="3655517"/>
            <a:ext cx="1001955" cy="883920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66AB0EA7-D6BB-728E-CE3B-1F5AD4619CE6}"/>
              </a:ext>
            </a:extLst>
          </p:cNvPr>
          <p:cNvSpPr/>
          <p:nvPr/>
        </p:nvSpPr>
        <p:spPr>
          <a:xfrm>
            <a:off x="9069445" y="5195179"/>
            <a:ext cx="1736177" cy="98599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Eine kombinierte Datenbank entsteht </a:t>
            </a:r>
            <a:r>
              <a:rPr lang="de-DE" sz="1400" dirty="0">
                <a:solidFill>
                  <a:schemeClr val="tx1"/>
                </a:solidFill>
                <a:sym typeface="Wingdings" panose="05000000000000000000" pitchFamily="2" charset="2"/>
              </a:rPr>
              <a:t></a:t>
            </a:r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2" name="Pfeil: nach rechts 11">
            <a:extLst>
              <a:ext uri="{FF2B5EF4-FFF2-40B4-BE49-F238E27FC236}">
                <a16:creationId xmlns:a16="http://schemas.microsoft.com/office/drawing/2014/main" id="{99C5C549-D654-C53B-EA0C-3CAB1165710A}"/>
              </a:ext>
            </a:extLst>
          </p:cNvPr>
          <p:cNvSpPr/>
          <p:nvPr/>
        </p:nvSpPr>
        <p:spPr>
          <a:xfrm rot="5400000">
            <a:off x="9495571" y="4450866"/>
            <a:ext cx="883922" cy="883920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8267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1BF210-321B-D36F-1331-9DC5058AD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Voraussetzung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4BB66D0-003F-ED22-4955-F1EF76EFA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== Python 3.10.11</a:t>
            </a:r>
          </a:p>
          <a:p>
            <a:pPr lvl="1"/>
            <a:r>
              <a:rPr lang="de-DE" dirty="0">
                <a:hlinkClick r:id="rId2"/>
              </a:rPr>
              <a:t>https://www.python.org/downloads/release/python-31011/</a:t>
            </a:r>
            <a:endParaRPr lang="de-DE" dirty="0"/>
          </a:p>
          <a:p>
            <a:pPr lvl="1"/>
            <a:r>
              <a:rPr lang="de-DE" dirty="0"/>
              <a:t>Keine Adminrechte notwendig</a:t>
            </a:r>
          </a:p>
          <a:p>
            <a:r>
              <a:rPr lang="de-DE" dirty="0"/>
              <a:t>&gt;= </a:t>
            </a:r>
            <a:r>
              <a:rPr lang="de-DE" dirty="0" err="1"/>
              <a:t>Matlab</a:t>
            </a:r>
            <a:r>
              <a:rPr lang="de-DE" dirty="0"/>
              <a:t> R2023a</a:t>
            </a:r>
          </a:p>
        </p:txBody>
      </p:sp>
    </p:spTree>
    <p:extLst>
      <p:ext uri="{BB962C8B-B14F-4D97-AF65-F5344CB8AC3E}">
        <p14:creationId xmlns:p14="http://schemas.microsoft.com/office/powerpoint/2010/main" val="875827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vIMDocumentOwner xmlns="acf56334-c912-4299-b3fc-2ea4fbfffa0b">
      <UserInfo>
        <DisplayName/>
        <AccountId xsi:nil="true"/>
        <AccountType/>
      </UserInfo>
    </RevIMDocumentOwner>
    <_dlc_DocId xmlns="acf56334-c912-4299-b3fc-2ea4fbfffa0b">YXW6HQQWZZNM-1234651512-100681</_dlc_DocId>
    <d5c5eddb44d34217af5772b4804035b8 xmlns="acf56334-c912-4299-b3fc-2ea4fbfffa0b">
      <Terms xmlns="http://schemas.microsoft.com/office/infopath/2007/PartnerControls"/>
    </d5c5eddb44d34217af5772b4804035b8>
    <IconOverlay xmlns="http://schemas.microsoft.com/sharepoint/v4" xsi:nil="true"/>
    <i0f84bba906045b4af568ee102a52dcb xmlns="acf56334-c912-4299-b3fc-2ea4fbfffa0b">
      <Terms xmlns="http://schemas.microsoft.com/office/infopath/2007/PartnerControls">
        <TermInfo xmlns="http://schemas.microsoft.com/office/infopath/2007/PartnerControls">
          <TermName xmlns="http://schemas.microsoft.com/office/infopath/2007/PartnerControls">5.2 PKW-Entwicklungserkenntnisse</TermName>
          <TermId xmlns="http://schemas.microsoft.com/office/infopath/2007/PartnerControls">35ca5892-0995-47ba-8421-f13a707bb03a</TermId>
        </TermInfo>
      </Terms>
    </i0f84bba906045b4af568ee102a52dcb>
    <_dlc_DocIdUrl xmlns="acf56334-c912-4299-b3fc-2ea4fbfffa0b">
      <Url>https://volkswagengroup.sharepoint.com/sites/AS-TE-FahrenEnergie/_layouts/15/DocIdRedir.aspx?ID=YXW6HQQWZZNM-1234651512-100681</Url>
      <Description>YXW6HQQWZZNM-1234651512-100681</Description>
    </_dlc_DocIdUrl>
    <lcf76f155ced4ddcb4097134ff3c332f xmlns="25b9d96a-1ee1-424f-ac0d-873a733ca8bf">
      <Terms xmlns="http://schemas.microsoft.com/office/infopath/2007/PartnerControls"/>
    </lcf76f155ced4ddcb4097134ff3c332f>
    <TaxCatchAll xmlns="acf56334-c912-4299-b3fc-2ea4fbfffa0b">
      <Value>4</Value>
    </TaxCatchAll>
    <RevIMComments xmlns="acf56334-c912-4299-b3fc-2ea4fbfffa0b" xsi:nil="true"/>
    <RevIMDateOfModified2Creation xmlns="acf56334-c912-4299-b3fc-2ea4fbfffa0b" xsi:nil="true"/>
    <RevIMDeletionDate xmlns="acf56334-c912-4299-b3fc-2ea4fbfffa0b">2035-10-30T09:14:17+00:00</RevIMDeletionDate>
    <RevIMEventDate xmlns="acf56334-c912-4299-b3fc-2ea4fbfffa0b" xsi:nil="true"/>
    <RevIMExtends xmlns="acf56334-c912-4299-b3fc-2ea4fbfffa0b">{"Locked":null,"LockedBy":null,"UnLocked":null,"UnLockedBy":null,"Classified":"2025-10-30T09:48:41.648Z","KSUClass":"35ca5892-0995-47ba-8421-f13a707bb03a","Reclassified":null,"ReclassifiedBy":null,"EDReclassified":null,"EDReclassifiedBy":null,"EventCreated":null,"EventModified":null,"EventDeleted":null,"EventCreatedBy":null,"EventModifiedBy":null,"EventDeletedBy":null,"Moved":null,"MovedBy":null,"MovedFrom":null,"IsMoving":null,"MoveStartTime":null}</RevIMExtend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0E98F7395055F44AB50ABC9357BB173" ma:contentTypeVersion="27" ma:contentTypeDescription="Ein neues Dokument erstellen." ma:contentTypeScope="" ma:versionID="d96257c4c7a1f4eea8732f1fb8321204">
  <xsd:schema xmlns:xsd="http://www.w3.org/2001/XMLSchema" xmlns:xs="http://www.w3.org/2001/XMLSchema" xmlns:p="http://schemas.microsoft.com/office/2006/metadata/properties" xmlns:ns1="http://schemas.microsoft.com/sharepoint/v3" xmlns:ns2="acf56334-c912-4299-b3fc-2ea4fbfffa0b" xmlns:ns3="25b9d96a-1ee1-424f-ac0d-873a733ca8bf" xmlns:ns4="http://schemas.microsoft.com/sharepoint/v4" targetNamespace="http://schemas.microsoft.com/office/2006/metadata/properties" ma:root="true" ma:fieldsID="e4fa0b834e1b0394bb96d24c4cc9e3c1" ns1:_="" ns2:_="" ns3:_="" ns4:_="">
    <xsd:import namespace="http://schemas.microsoft.com/sharepoint/v3"/>
    <xsd:import namespace="acf56334-c912-4299-b3fc-2ea4fbfffa0b"/>
    <xsd:import namespace="25b9d96a-1ee1-424f-ac0d-873a733ca8bf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d5c5eddb44d34217af5772b4804035b8" minOccurs="0"/>
                <xsd:element ref="ns2:TaxCatchAll" minOccurs="0"/>
                <xsd:element ref="ns2:TaxCatchAllLabel" minOccurs="0"/>
                <xsd:element ref="ns2:i0f84bba906045b4af568ee102a52dcb" minOccurs="0"/>
                <xsd:element ref="ns2:RevIMDeletionDate" minOccurs="0"/>
                <xsd:element ref="ns2:RevIMEventDate" minOccurs="0"/>
                <xsd:element ref="ns2:RevIMComments" minOccurs="0"/>
                <xsd:element ref="ns2:RevIMDocumentOwner" minOccurs="0"/>
                <xsd:element ref="ns2:RevIMExtends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  <xsd:element ref="ns2:SharedWithDetails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4:IconOverlay" minOccurs="0"/>
                <xsd:element ref="ns1:_vti_ItemDeclaredRecord" minOccurs="0"/>
                <xsd:element ref="ns1:_vti_ItemHoldRecordStatus" minOccurs="0"/>
                <xsd:element ref="ns2:RevIMDateOfModified2Creation" minOccurs="0"/>
                <xsd:element ref="ns2:RevIMDeclare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vti_ItemDeclaredRecord" ma:index="37" nillable="true" ma:displayName="Deklarierter Datensatz" ma:hidden="true" ma:internalName="_vti_ItemDeclaredRecord" ma:readOnly="true">
      <xsd:simpleType>
        <xsd:restriction base="dms:DateTime"/>
      </xsd:simpleType>
    </xsd:element>
    <xsd:element name="_vti_ItemHoldRecordStatus" ma:index="38" nillable="true" ma:displayName="Halte- und Datensatzstatus" ma:decimals="0" ma:hidden="true" ma:internalName="_vti_ItemHoldRecordStatu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f56334-c912-4299-b3fc-2ea4fbfffa0b" elementFormDefault="qualified">
    <xsd:import namespace="http://schemas.microsoft.com/office/2006/documentManagement/types"/>
    <xsd:import namespace="http://schemas.microsoft.com/office/infopath/2007/PartnerControls"/>
    <xsd:element name="d5c5eddb44d34217af5772b4804035b8" ma:index="8" nillable="true" ma:taxonomy="true" ma:internalName="d5c5eddb44d34217af5772b4804035b8" ma:taxonomyFieldName="LegalHoldTag" ma:displayName="LegalHold" ma:fieldId="{d5c5eddb-44d3-4217-af57-72b4804035b8}" ma:taxonomyMulti="true" ma:sspId="d35d9ec1-ff0e-4daf-94ff-594c76aa1822" ma:termSetId="1d36a6df-4193-45ed-b3bc-3ba9643c5e0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5d941540-3a62-4ed5-9254-d245e3aab776}" ma:internalName="TaxCatchAll" ma:showField="CatchAllData" ma:web="acf56334-c912-4299-b3fc-2ea4fbfffa0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5d941540-3a62-4ed5-9254-d245e3aab776}" ma:internalName="TaxCatchAllLabel" ma:readOnly="true" ma:showField="CatchAllDataLabel" ma:web="acf56334-c912-4299-b3fc-2ea4fbfffa0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i0f84bba906045b4af568ee102a52dcb" ma:index="13" nillable="true" ma:taxonomy="true" ma:internalName="i0f84bba906045b4af568ee102a52dcb" ma:taxonomyFieldName="RevIMBCS" ma:displayName="KSU Klasse" ma:readOnly="true" ma:default="4;#5.2 PKW-Entwicklungserkenntnisse|35ca5892-0995-47ba-8421-f13a707bb03a" ma:fieldId="{20f84bba-9060-45b4-af56-8ee102a52dcb}" ma:sspId="d35d9ec1-ff0e-4daf-94ff-594c76aa1822" ma:termSetId="83f400d6-6f53-40a3-8fd2-b80b61df545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RevIMDeletionDate" ma:index="14" nillable="true" ma:displayName="Löschdatum" ma:description="Deletion Date" ma:format="DateOnly" ma:internalName="RevIMDeletionDate" ma:readOnly="true">
      <xsd:simpleType>
        <xsd:restriction base="dms:DateTime"/>
      </xsd:simpleType>
    </xsd:element>
    <xsd:element name="RevIMEventDate" ma:index="15" nillable="true" ma:displayName="Ereignisdatum" ma:description="Event Date" ma:format="DateOnly" ma:internalName="RevIMEventDate" ma:readOnly="true">
      <xsd:simpleType>
        <xsd:restriction base="dms:DateTime"/>
      </xsd:simpleType>
    </xsd:element>
    <xsd:element name="RevIMComments" ma:index="16" nillable="true" ma:displayName="Ereigniskommentar" ma:internalName="RevIMComments" ma:readOnly="true">
      <xsd:simpleType>
        <xsd:restriction base="dms:Note">
          <xsd:maxLength value="255"/>
        </xsd:restriction>
      </xsd:simpleType>
    </xsd:element>
    <xsd:element name="RevIMDocumentOwner" ma:index="17" nillable="true" ma:displayName="Unterlagenverantwortlicher" ma:list="UserInfo" ma:internalName="RevIMDocumentOwn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evIMExtends" ma:index="18" nillable="true" ma:displayName="RevIMExtends" ma:hidden="true" ma:internalName="RevIMExtends" ma:readOnly="true">
      <xsd:simpleType>
        <xsd:restriction base="dms:Note"/>
      </xsd:simpleType>
    </xsd:element>
    <xsd:element name="_dlc_DocId" ma:index="26" nillable="true" ma:displayName="Wert der Dokument-ID" ma:description="Der Wert der diesem Element zugewiesenen Dokument-ID." ma:indexed="true" ma:internalName="_dlc_DocId" ma:readOnly="true">
      <xsd:simpleType>
        <xsd:restriction base="dms:Text"/>
      </xsd:simpleType>
    </xsd:element>
    <xsd:element name="_dlc_DocIdUrl" ma:index="27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8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29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0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RevIMDateOfModified2Creation" ma:index="39" nillable="true" ma:displayName="Umklassifizierungsdatum von Änderungs- auf Erstellungsbasierte-Klasse" ma:description="Reclassification Date from Modified to Creation Class" ma:format="DateOnly" ma:indexed="true" ma:internalName="RevIMDateOfModified2Creation" ma:readOnly="true">
      <xsd:simpleType>
        <xsd:restriction base="dms:DateTime"/>
      </xsd:simpleType>
    </xsd:element>
    <xsd:element name="RevIMDeclareTime" ma:index="40" nillable="true" ma:displayName="CSD Record Declaration Time" ma:description="CSD Record Declaration Time" ma:format="DateTime" ma:indexed="true" ma:internalName="RevIMDeclare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b9d96a-1ee1-424f-ac0d-873a733ca8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0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22" nillable="true" ma:taxonomy="true" ma:internalName="lcf76f155ced4ddcb4097134ff3c332f" ma:taxonomyFieldName="MediaServiceImageTags" ma:displayName="Bildmarkierungen" ma:readOnly="false" ma:fieldId="{5cf76f15-5ced-4ddc-b409-7134ff3c332f}" ma:taxonomyMulti="true" ma:sspId="d35d9ec1-ff0e-4daf-94ff-594c76aa182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3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3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3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36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D59E0034-AFD3-4B66-BD44-040DFCD9908E}">
  <ds:schemaRefs>
    <ds:schemaRef ds:uri="http://schemas.microsoft.com/office/2006/metadata/properties"/>
    <ds:schemaRef ds:uri="http://schemas.microsoft.com/office/infopath/2007/PartnerControls"/>
    <ds:schemaRef ds:uri="acf56334-c912-4299-b3fc-2ea4fbfffa0b"/>
    <ds:schemaRef ds:uri="http://schemas.microsoft.com/sharepoint/v4"/>
    <ds:schemaRef ds:uri="25b9d96a-1ee1-424f-ac0d-873a733ca8bf"/>
  </ds:schemaRefs>
</ds:datastoreItem>
</file>

<file path=customXml/itemProps2.xml><?xml version="1.0" encoding="utf-8"?>
<ds:datastoreItem xmlns:ds="http://schemas.openxmlformats.org/officeDocument/2006/customXml" ds:itemID="{24DA6D3D-DF9C-444B-8C63-5B8E0A3A5D6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F2475A4-7622-461A-8D49-585C156220D3}"/>
</file>

<file path=customXml/itemProps4.xml><?xml version="1.0" encoding="utf-8"?>
<ds:datastoreItem xmlns:ds="http://schemas.openxmlformats.org/officeDocument/2006/customXml" ds:itemID="{5B4E1E22-6241-4CA0-B73D-A696D98CD782}">
  <ds:schemaRefs>
    <ds:schemaRef ds:uri="http://schemas.microsoft.com/sharepoint/events"/>
  </ds:schemaRefs>
</ds:datastoreItem>
</file>

<file path=docMetadata/LabelInfo.xml><?xml version="1.0" encoding="utf-8"?>
<clbl:labelList xmlns:clbl="http://schemas.microsoft.com/office/2020/mipLabelMetadata">
  <clbl:label id="{b1c9b508-7c6e-42bd-bedf-808292653d6c}" enabled="1" method="Standard" siteId="{2882be50-2012-4d88-ac86-544124e120c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</Words>
  <Application>Microsoft Office PowerPoint</Application>
  <PresentationFormat>Breitbild</PresentationFormat>
  <Paragraphs>40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Wingdings</vt:lpstr>
      <vt:lpstr>Office</vt:lpstr>
      <vt:lpstr>Pipeline</vt:lpstr>
      <vt:lpstr>Route benötigt zwei Datenbanken?</vt:lpstr>
      <vt:lpstr>Voraussetzung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Cahyanto, Gregorius (N/AS-GEM, extern)</dc:creator>
  <cp:lastModifiedBy>Li, Baihui (N/AS-GEM)</cp:lastModifiedBy>
  <cp:revision>1</cp:revision>
  <dcterms:created xsi:type="dcterms:W3CDTF">2025-10-30T09:04:50Z</dcterms:created>
  <dcterms:modified xsi:type="dcterms:W3CDTF">2025-12-16T09:50:16Z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Office:8</vt:lpwstr>
  </property>
  <property fmtid="{D5CDD505-2E9C-101B-9397-08002B2CF9AE}" pid="3" name="ClassificationContentMarkingFooterText">
    <vt:lpwstr>INTERNAL</vt:lpwstr>
  </property>
  <property fmtid="{D5CDD505-2E9C-101B-9397-08002B2CF9AE}" pid="4" name="_dlc_DocIdItemGuid">
    <vt:lpwstr>708c0cc6-68ed-4420-b321-fac96a7102d0</vt:lpwstr>
  </property>
  <property fmtid="{D5CDD505-2E9C-101B-9397-08002B2CF9AE}" pid="5" name="MediaServiceImageTags">
    <vt:lpwstr/>
  </property>
  <property fmtid="{D5CDD505-2E9C-101B-9397-08002B2CF9AE}" pid="6" name="ContentTypeId">
    <vt:lpwstr>0x01010070E98F7395055F44AB50ABC9357BB173</vt:lpwstr>
  </property>
  <property fmtid="{D5CDD505-2E9C-101B-9397-08002B2CF9AE}" pid="7" name="LegalHoldTag">
    <vt:lpwstr/>
  </property>
  <property fmtid="{D5CDD505-2E9C-101B-9397-08002B2CF9AE}" pid="8" name="RevIMBCS">
    <vt:lpwstr>4;#5.2 PKW-Entwicklungserkenntnisse|35ca5892-0995-47ba-8421-f13a707bb03a</vt:lpwstr>
  </property>
</Properties>
</file>